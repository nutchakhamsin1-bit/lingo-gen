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>
  <p:sldIdLst>
    <p:sldId id="256" r:id="rId2"/>
  </p:sldIdLst>
  <p:sldSz cx="9144000" cy="6858000"/>
</p:presentation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2"/>
          <p:cNvSpPr txBox="1"/>
          <p:nvPr/>
        </p:nvSpPr>
        <p:spPr>
          <a:xfrm>
            <a:off x="457200" y="1800000"/>
            <a:ext cx="8000000" cy="800000"/>
          </a:xfrm>
          <a:prstGeom prst="rect">
            <a:avLst/>
          </a:prstGeom>
        </p:spPr>
        <p:txBody>
          <a:bodyPr/>
          <a:lstStyle/>
          <a:p>
            <a:r>
              <a:rPr lang="en-US" sz="3600" b="1"/>
              <a:t>Quarterly results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457200" y="2700000"/>
            <a:ext cx="8000000" cy="800000"/>
          </a:xfrm>
          <a:prstGeom prst="rect">
            <a:avLst/>
          </a:prstGeom>
        </p:spPr>
        <p:txBody>
          <a:bodyPr/>
          <a:lstStyle/>
          <a:p>
            <a:r>
              <a:rPr lang="en-US" sz="2000"/>
              <a:t>Revenue grew </a:t>
            </a:r>
            <a:r>
              <a:rPr lang="en-US" sz="2000" b="1"/>
              <a:t>twenty percent</a:t>
            </a:r>
            <a:r>
              <a:rPr lang="en-US" sz="2000"/>
              <a:t> this year.</a:t>
            </a:r>
          </a:p>
          <a:p>
            <a:r>
              <a:rPr lang="en-US"/>
              <a:t>First line</a:t>
            </a:r>
            <a:br>
              <a:rPr lang="en-US"/>
            </a:br>
            <a:r>
              <a:rPr lang="en-US"/>
              <a:t>Second line</a:t>
            </a:r>
          </a:p>
        </p:txBody>
      </p:sp>
    </p:spTree>
  </p:cSld>
</p:sld>
</file>